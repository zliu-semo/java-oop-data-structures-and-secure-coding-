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8" r:id="rId2"/>
    <p:sldId id="292" r:id="rId3"/>
    <p:sldId id="395" r:id="rId4"/>
    <p:sldId id="258" r:id="rId5"/>
    <p:sldId id="369" r:id="rId6"/>
    <p:sldId id="396" r:id="rId7"/>
    <p:sldId id="397" r:id="rId8"/>
    <p:sldId id="398" r:id="rId9"/>
    <p:sldId id="399" r:id="rId10"/>
    <p:sldId id="400" r:id="rId11"/>
    <p:sldId id="401" r:id="rId12"/>
    <p:sldId id="365" r:id="rId13"/>
    <p:sldId id="386" r:id="rId14"/>
    <p:sldId id="3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94552" autoAdjust="0"/>
  </p:normalViewPr>
  <p:slideViewPr>
    <p:cSldViewPr snapToGrid="0">
      <p:cViewPr varScale="1">
        <p:scale>
          <a:sx n="67" d="100"/>
          <a:sy n="67" d="100"/>
        </p:scale>
        <p:origin x="39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42642B-877C-E7C7-3675-E381E528B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1" b="574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8 I/O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C3F94-D62F-DD2F-4A6B-09A9D0893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859675A-DA55-9B66-714D-1164EA999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46EFC8-200B-DE84-6D94-E7EBA39A2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10C86-4AED-E428-3076-5A50F4718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1" b="5741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E1EF29AB-495F-20DB-1FCB-929C6DCC1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80EE95A9-7A18-6833-AF4B-AA6958C45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0FD1EFE-6376-2072-D531-7CC14E961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0099836-5FB7-10EB-FDF6-67CF995A5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6EEAB46-0A19-8B4C-4224-01FC0D1DA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75A5060-1B9C-53DE-7B12-D653CE6F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8 I/O</a:t>
            </a:r>
          </a:p>
        </p:txBody>
      </p:sp>
    </p:spTree>
    <p:extLst>
      <p:ext uri="{BB962C8B-B14F-4D97-AF65-F5344CB8AC3E}">
        <p14:creationId xmlns:p14="http://schemas.microsoft.com/office/powerpoint/2010/main" val="148092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Working with streams of data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Using character streams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Enhancing efficiency with buffered streams 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Tokenizing streams of data with Scanner 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Working with structured data as byte streams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Processing primitive data with data streams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Processing objects with object streams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Performing I/O over the Internet (available on the supplemental website)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Reading HTML data from a URL address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Applying the functional programming paradigm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Reading in Internet images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F1F3-FBC1-EA99-D072-BAE6AC08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67AC-E16E-B398-6F3D-E57A5E17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 Data as a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03D6-0F71-131F-8148-FFF9AC7A0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sz="2000" dirty="0"/>
              <a:t>A stream is a flow of data or information, and it can be represented with simple bytes, characters, or complex objects. </a:t>
            </a:r>
          </a:p>
          <a:p>
            <a:r>
              <a:rPr lang="en-US" sz="2000" dirty="0"/>
              <a:t>Java I/O “opens up” a stream of data: read input or write output, one “chunk” of data at a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byte stream, character streams, buffered streams, and object streams</a:t>
            </a:r>
          </a:p>
          <a:p>
            <a:r>
              <a:rPr lang="en-US" sz="2000" dirty="0"/>
              <a:t>opening the stream, consuming the stream, and closing the stream: may run into </a:t>
            </a:r>
            <a:r>
              <a:rPr lang="en-US" sz="2000" dirty="0" err="1"/>
              <a:t>IOExceptions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C033C-58CF-4D11-E9CE-11BA26E7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Data as a stream flow from source to destination">
            <a:extLst>
              <a:ext uri="{FF2B5EF4-FFF2-40B4-BE49-F238E27FC236}">
                <a16:creationId xmlns:a16="http://schemas.microsoft.com/office/drawing/2014/main" id="{22436252-75DC-95A8-F42A-F59CFE022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977" y="4308895"/>
            <a:ext cx="7125694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7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2A47-9D42-C9E3-10C8-335A1CD72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A5A97-A2F4-F0D6-DE4C-AA5797D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 Data as a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60FE2-B9A3-902F-BAC8-1D85074E2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sz="2400" dirty="0"/>
              <a:t>Character Streams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 data that consists of character values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Two classes handle files with characters: </a:t>
            </a:r>
            <a:r>
              <a:rPr lang="en-US" sz="2000" dirty="0" err="1"/>
              <a:t>java.io.FileReader</a:t>
            </a:r>
            <a:r>
              <a:rPr lang="en-US" sz="2000" dirty="0"/>
              <a:t> and </a:t>
            </a:r>
            <a:r>
              <a:rPr lang="en-US" sz="2000" dirty="0" err="1"/>
              <a:t>java.io.FileWriter</a:t>
            </a:r>
            <a:endParaRPr lang="en-US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Reader is the supertype of all input character stream objects in Java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Writer is the supertype of all output character stream objects in Java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A special character, ‘-1’ represents the end of the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A29E4-6EEE-D5D1-9FC3-EEDB5EAD9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Character streams process data one character at a time">
            <a:extLst>
              <a:ext uri="{FF2B5EF4-FFF2-40B4-BE49-F238E27FC236}">
                <a16:creationId xmlns:a16="http://schemas.microsoft.com/office/drawing/2014/main" id="{3C98BFDD-55F8-4EB4-74A5-C74B82945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024" y="4029601"/>
            <a:ext cx="5706271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41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0BE0-4081-6E9D-CFA9-2919FA66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62B9-4C17-3088-BDB6-F5F24E81E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 Data as a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0B13F-3863-4A52-9460-7563CF119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Buffered Streams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improve I/O efficiency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java.io.BufferedReader</a:t>
            </a:r>
            <a:r>
              <a:rPr lang="en-US" dirty="0"/>
              <a:t> and </a:t>
            </a:r>
            <a:r>
              <a:rPr lang="en-US" dirty="0" err="1"/>
              <a:t>java.io.BufferedWriter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18536A-A03D-2F4D-1985-677E7B96C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Buffered streams process data in large &quot;chunks&quot; after loading the data into a buffer">
            <a:extLst>
              <a:ext uri="{FF2B5EF4-FFF2-40B4-BE49-F238E27FC236}">
                <a16:creationId xmlns:a16="http://schemas.microsoft.com/office/drawing/2014/main" id="{35DCC25B-009C-7FFC-CC26-7225281FF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92" y="3429000"/>
            <a:ext cx="8402357" cy="161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85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5AC60-2927-431B-AC0F-74DEF5B8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E363-E045-2EEE-49F0-585675EC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8.2 Tokenizing with Scanner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C49A8-F6D8-4639-0C75-02DC16D04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10461171" cy="4026534"/>
          </a:xfrm>
        </p:spPr>
        <p:txBody>
          <a:bodyPr>
            <a:normAutofit/>
          </a:bodyPr>
          <a:lstStyle/>
          <a:p>
            <a:r>
              <a:rPr lang="en-US" dirty="0"/>
              <a:t>a Scanner object in Java parses primitive types and Strings into tokens using regular expressions. </a:t>
            </a:r>
          </a:p>
          <a:p>
            <a:r>
              <a:rPr lang="en-US" dirty="0"/>
              <a:t>the Scanner uses delimiters. The default delimiter is whitespace (or the metacharacter “\s”). </a:t>
            </a:r>
          </a:p>
          <a:p>
            <a:r>
              <a:rPr lang="en-US" dirty="0"/>
              <a:t>The “next” methods retrieve tokens one-by-one and attempt to parse the tokens into the correct form (e.g. integer, float, </a:t>
            </a:r>
            <a:r>
              <a:rPr lang="en-US" dirty="0" err="1"/>
              <a:t>boolean</a:t>
            </a:r>
            <a:r>
              <a:rPr lang="en-US" dirty="0"/>
              <a:t>, etc.), throwing exceptions if the retrieved “next” token is not of the correct form.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F2290F-032B-BEFF-5C3D-04BCA9CF3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15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9C0E-5B08-01A1-9A77-3C45A74E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9E67-7CEB-0756-CFED-52354B1E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 Using Byte Streams to Work with Structured Data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0E507E-977C-A8C5-4BF4-51B5433E7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10" name="Content Placeholder 9" descr="Character stream, byte stream and Scanner partial class hierarchy">
            <a:extLst>
              <a:ext uri="{FF2B5EF4-FFF2-40B4-BE49-F238E27FC236}">
                <a16:creationId xmlns:a16="http://schemas.microsoft.com/office/drawing/2014/main" id="{717482EF-5B38-A373-8D30-8A50A60D1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1853" y="1876207"/>
            <a:ext cx="9026563" cy="382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66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17929-F772-02FA-A4AB-DFF2FDA1B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9C6E-60FC-89DB-EC82-EBBFCF243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 Using Byte Streams to Work with Structured Data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DD9E7-3401-D386-CD56-A3C8E0CA2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B8DE1A-45A8-E716-C7AA-497B262DF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Processing Structured Data with Data Streams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DataInputStream</a:t>
            </a:r>
            <a:r>
              <a:rPr lang="en-US" dirty="0"/>
              <a:t> and </a:t>
            </a:r>
            <a:r>
              <a:rPr lang="en-US" dirty="0" err="1"/>
              <a:t>DataOutputStream</a:t>
            </a:r>
            <a:r>
              <a:rPr lang="en-US" dirty="0"/>
              <a:t>—are subtypes of </a:t>
            </a:r>
            <a:r>
              <a:rPr lang="en-US" dirty="0" err="1"/>
              <a:t>InputStream</a:t>
            </a:r>
            <a:r>
              <a:rPr lang="en-US" dirty="0"/>
              <a:t> and </a:t>
            </a:r>
            <a:r>
              <a:rPr lang="en-US" dirty="0" err="1"/>
              <a:t>OutputStream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handle structured data consisting of primitive data types (such as integers, floats, </a:t>
            </a:r>
            <a:r>
              <a:rPr lang="en-US" dirty="0" err="1"/>
              <a:t>booleans</a:t>
            </a:r>
            <a:r>
              <a:rPr lang="en-US" dirty="0"/>
              <a:t>, etc.) and Strings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 need to use Scanner for tokenization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when working with structured data files, it is important that the contents are written and retrieved with the method that aligns with the data type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3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3A3A-A306-7E37-D6A2-25F99F55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13E7-D9FD-2AB1-543C-6699A05E3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 Using Byte Streams to Work with Structured Data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A435B-CF37-591F-E0A5-B7A166A34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1EE1F9-E618-3051-84DB-F759D8AD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Processing Objects with Object Streams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ObjectOutputStream</a:t>
            </a:r>
            <a:r>
              <a:rPr lang="en-US" dirty="0"/>
              <a:t> and </a:t>
            </a:r>
            <a:r>
              <a:rPr lang="en-US" dirty="0" err="1"/>
              <a:t>ObjectInputStream</a:t>
            </a:r>
            <a:r>
              <a:rPr lang="en-US" dirty="0"/>
              <a:t>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use object streams to transform objects into byte streams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more flexible than data streams</a:t>
            </a:r>
          </a:p>
        </p:txBody>
      </p:sp>
    </p:spTree>
    <p:extLst>
      <p:ext uri="{BB962C8B-B14F-4D97-AF65-F5344CB8AC3E}">
        <p14:creationId xmlns:p14="http://schemas.microsoft.com/office/powerpoint/2010/main" val="162392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2E1A0-8478-B6B4-22FC-B8354227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" b="6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1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070E2-0B66-D4A7-F70A-B70C45567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DA48AB8-855A-F15B-B2CE-A416DAA3A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A8E39-C6B3-5DE5-1AA9-0FB4B565E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" b="6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05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2B14-7FBD-72EA-E245-B5B83900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0D3-8972-8285-245F-AB5E9CE4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National Park is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21490-DC67-4239-C0A3-CA69DF741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E7F74E-D8B9-181F-53C1-C7A491D78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/>
              <a:t>Answer: Crater Lake National Park</a:t>
            </a:r>
          </a:p>
        </p:txBody>
      </p:sp>
    </p:spTree>
    <p:extLst>
      <p:ext uri="{BB962C8B-B14F-4D97-AF65-F5344CB8AC3E}">
        <p14:creationId xmlns:p14="http://schemas.microsoft.com/office/powerpoint/2010/main" val="245952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3119</TotalTime>
  <Words>504</Words>
  <Application>Microsoft Office PowerPoint</Application>
  <PresentationFormat>Widescreen</PresentationFormat>
  <Paragraphs>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</vt:lpstr>
      <vt:lpstr>Chapter Outlines</vt:lpstr>
      <vt:lpstr>8.1 Data as a Stream</vt:lpstr>
      <vt:lpstr>8.1 Data as a Stream</vt:lpstr>
      <vt:lpstr>8.1 Data as a Stream</vt:lpstr>
      <vt:lpstr>8.2 Tokenizing with Scanner</vt:lpstr>
      <vt:lpstr>8.3 Using Byte Streams to Work with Structured Data </vt:lpstr>
      <vt:lpstr>8.3 Using Byte Streams to Work with Structured Data </vt:lpstr>
      <vt:lpstr>8.3 Using Byte Streams to Work with Structured Data </vt:lpstr>
      <vt:lpstr>PowerPoint Presentation</vt:lpstr>
      <vt:lpstr>PowerPoint Presentation</vt:lpstr>
      <vt:lpstr>Which National Park is 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332</cp:revision>
  <dcterms:created xsi:type="dcterms:W3CDTF">2025-01-08T14:48:28Z</dcterms:created>
  <dcterms:modified xsi:type="dcterms:W3CDTF">2026-09-06T20:23:55Z</dcterms:modified>
</cp:coreProperties>
</file>